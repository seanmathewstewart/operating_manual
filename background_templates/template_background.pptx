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80" r:id="rId6"/>
    <p:sldId id="257" r:id="rId7"/>
    <p:sldId id="282" r:id="rId8"/>
    <p:sldId id="277" r:id="rId9"/>
    <p:sldId id="278" r:id="rId10"/>
    <p:sldId id="276" r:id="rId11"/>
    <p:sldId id="273" r:id="rId12"/>
    <p:sldId id="271" r:id="rId13"/>
    <p:sldId id="274" r:id="rId14"/>
    <p:sldId id="272" r:id="rId15"/>
    <p:sldId id="270" r:id="rId16"/>
    <p:sldId id="269" r:id="rId17"/>
    <p:sldId id="267" r:id="rId18"/>
    <p:sldId id="263" r:id="rId19"/>
    <p:sldId id="259" r:id="rId20"/>
    <p:sldId id="266" r:id="rId21"/>
    <p:sldId id="275" r:id="rId22"/>
    <p:sldId id="268" r:id="rId23"/>
    <p:sldId id="279" r:id="rId24"/>
    <p:sldId id="281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F2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6D291-B791-4EBD-9381-52661821CD48}" v="15" dt="2025-09-11T16:42:51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/>
  </p:normalViewPr>
  <p:slideViewPr>
    <p:cSldViewPr>
      <p:cViewPr varScale="1">
        <p:scale>
          <a:sx n="79" d="100"/>
          <a:sy n="79" d="100"/>
        </p:scale>
        <p:origin x="101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5250" cy="9525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Stewart" userId="b35857e6-5c22-47f0-b40f-264377e8324a" providerId="ADAL" clId="{86EA5AEF-7C7A-4FC6-A28A-6966930F0106}"/>
    <pc:docChg chg="custSel addSld modSld">
      <pc:chgData name="Sean Stewart" userId="b35857e6-5c22-47f0-b40f-264377e8324a" providerId="ADAL" clId="{86EA5AEF-7C7A-4FC6-A28A-6966930F0106}" dt="2022-09-24T07:45:12.072" v="18" actId="14100"/>
      <pc:docMkLst>
        <pc:docMk/>
      </pc:docMkLst>
      <pc:sldChg chg="addSp delSp modSp add mod">
        <pc:chgData name="Sean Stewart" userId="b35857e6-5c22-47f0-b40f-264377e8324a" providerId="ADAL" clId="{86EA5AEF-7C7A-4FC6-A28A-6966930F0106}" dt="2022-09-24T07:45:12.072" v="18" actId="14100"/>
        <pc:sldMkLst>
          <pc:docMk/>
          <pc:sldMk cId="2564766336" sldId="275"/>
        </pc:sldMkLst>
      </pc:sldChg>
    </pc:docChg>
  </pc:docChgLst>
  <pc:docChgLst>
    <pc:chgData name="Sean Stewart" userId="b35857e6-5c22-47f0-b40f-264377e8324a" providerId="ADAL" clId="{E7DD1640-EAED-42DD-896D-308BAB486144}"/>
    <pc:docChg chg="undo custSel addSld delSld modSld">
      <pc:chgData name="Sean Stewart" userId="b35857e6-5c22-47f0-b40f-264377e8324a" providerId="ADAL" clId="{E7DD1640-EAED-42DD-896D-308BAB486144}" dt="2023-09-23T09:19:25.613" v="41" actId="14100"/>
      <pc:docMkLst>
        <pc:docMk/>
      </pc:docMkLst>
      <pc:sldChg chg="modSp add mod">
        <pc:chgData name="Sean Stewart" userId="b35857e6-5c22-47f0-b40f-264377e8324a" providerId="ADAL" clId="{E7DD1640-EAED-42DD-896D-308BAB486144}" dt="2023-09-23T09:19:25.613" v="41" actId="14100"/>
        <pc:sldMkLst>
          <pc:docMk/>
          <pc:sldMk cId="275847917" sldId="277"/>
        </pc:sldMkLst>
      </pc:sldChg>
      <pc:sldChg chg="add del setBg">
        <pc:chgData name="Sean Stewart" userId="b35857e6-5c22-47f0-b40f-264377e8324a" providerId="ADAL" clId="{E7DD1640-EAED-42DD-896D-308BAB486144}" dt="2023-09-23T09:16:19.146" v="1"/>
        <pc:sldMkLst>
          <pc:docMk/>
          <pc:sldMk cId="1335443353" sldId="277"/>
        </pc:sldMkLst>
      </pc:sldChg>
      <pc:sldChg chg="addSp delSp modSp add del mod">
        <pc:chgData name="Sean Stewart" userId="b35857e6-5c22-47f0-b40f-264377e8324a" providerId="ADAL" clId="{E7DD1640-EAED-42DD-896D-308BAB486144}" dt="2023-09-23T09:18:11.642" v="24" actId="47"/>
        <pc:sldMkLst>
          <pc:docMk/>
          <pc:sldMk cId="3338190132" sldId="277"/>
        </pc:sldMkLst>
      </pc:sldChg>
    </pc:docChg>
  </pc:docChgLst>
  <pc:docChgLst>
    <pc:chgData name="Sean Stewart" userId="b35857e6-5c22-47f0-b40f-264377e8324a" providerId="ADAL" clId="{93ECBDA4-64B8-4B2C-A8C9-8B06398E38B5}"/>
    <pc:docChg chg="custSel addSld delSld modSld">
      <pc:chgData name="Sean Stewart" userId="b35857e6-5c22-47f0-b40f-264377e8324a" providerId="ADAL" clId="{93ECBDA4-64B8-4B2C-A8C9-8B06398E38B5}" dt="2021-11-17T07:41:54.628" v="79" actId="1036"/>
      <pc:docMkLst>
        <pc:docMk/>
      </pc:docMkLst>
      <pc:sldChg chg="setBg">
        <pc:chgData name="Sean Stewart" userId="b35857e6-5c22-47f0-b40f-264377e8324a" providerId="ADAL" clId="{93ECBDA4-64B8-4B2C-A8C9-8B06398E38B5}" dt="2021-11-09T14:11:42.267" v="6"/>
        <pc:sldMkLst>
          <pc:docMk/>
          <pc:sldMk cId="1138025595" sldId="259"/>
        </pc:sldMkLst>
      </pc:sldChg>
      <pc:sldChg chg="addSp delSp modSp add mod setBg">
        <pc:chgData name="Sean Stewart" userId="b35857e6-5c22-47f0-b40f-264377e8324a" providerId="ADAL" clId="{93ECBDA4-64B8-4B2C-A8C9-8B06398E38B5}" dt="2021-11-17T05:47:35.182" v="28" actId="14100"/>
        <pc:sldMkLst>
          <pc:docMk/>
          <pc:sldMk cId="285009493" sldId="263"/>
        </pc:sldMkLst>
      </pc:sldChg>
      <pc:sldChg chg="add setBg">
        <pc:chgData name="Sean Stewart" userId="b35857e6-5c22-47f0-b40f-264377e8324a" providerId="ADAL" clId="{93ECBDA4-64B8-4B2C-A8C9-8B06398E38B5}" dt="2021-11-09T14:09:44.727" v="5"/>
        <pc:sldMkLst>
          <pc:docMk/>
          <pc:sldMk cId="892281802" sldId="264"/>
        </pc:sldMkLst>
      </pc:sldChg>
      <pc:sldChg chg="addSp delSp modSp add mod setBg">
        <pc:chgData name="Sean Stewart" userId="b35857e6-5c22-47f0-b40f-264377e8324a" providerId="ADAL" clId="{93ECBDA4-64B8-4B2C-A8C9-8B06398E38B5}" dt="2021-11-17T07:41:54.628" v="79" actId="1036"/>
        <pc:sldMkLst>
          <pc:docMk/>
          <pc:sldMk cId="2569211327" sldId="265"/>
        </pc:sldMkLst>
      </pc:sldChg>
      <pc:sldChg chg="add del setBg">
        <pc:chgData name="Sean Stewart" userId="b35857e6-5c22-47f0-b40f-264377e8324a" providerId="ADAL" clId="{93ECBDA4-64B8-4B2C-A8C9-8B06398E38B5}" dt="2021-11-17T07:36:14.472" v="30"/>
        <pc:sldMkLst>
          <pc:docMk/>
          <pc:sldMk cId="2975212942" sldId="266"/>
        </pc:sldMkLst>
      </pc:sldChg>
    </pc:docChg>
  </pc:docChgLst>
  <pc:docChgLst>
    <pc:chgData name="Sean Stewart" userId="b35857e6-5c22-47f0-b40f-264377e8324a" providerId="ADAL" clId="{7F26D291-B791-4EBD-9381-52661821CD48}"/>
    <pc:docChg chg="undo custSel addSld delSld modSld">
      <pc:chgData name="Sean Stewart" userId="b35857e6-5c22-47f0-b40f-264377e8324a" providerId="ADAL" clId="{7F26D291-B791-4EBD-9381-52661821CD48}" dt="2025-09-11T16:42:55.494" v="76" actId="1076"/>
      <pc:docMkLst>
        <pc:docMk/>
      </pc:docMkLst>
      <pc:sldChg chg="add del setBg">
        <pc:chgData name="Sean Stewart" userId="b35857e6-5c22-47f0-b40f-264377e8324a" providerId="ADAL" clId="{7F26D291-B791-4EBD-9381-52661821CD48}" dt="2025-09-11T16:38:00.274" v="1"/>
        <pc:sldMkLst>
          <pc:docMk/>
          <pc:sldMk cId="107338125" sldId="282"/>
        </pc:sldMkLst>
      </pc:sldChg>
      <pc:sldChg chg="addSp delSp modSp add mod">
        <pc:chgData name="Sean Stewart" userId="b35857e6-5c22-47f0-b40f-264377e8324a" providerId="ADAL" clId="{7F26D291-B791-4EBD-9381-52661821CD48}" dt="2025-09-11T16:42:55.494" v="76" actId="1076"/>
        <pc:sldMkLst>
          <pc:docMk/>
          <pc:sldMk cId="1424087750" sldId="282"/>
        </pc:sldMkLst>
        <pc:spChg chg="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2" creationId="{26E64340-F440-BA29-4D18-645511258A7D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3" creationId="{14B7DB79-ACAC-37D2-DFF0-8BDAA1A7A3CA}"/>
          </ac:spMkLst>
        </pc:spChg>
        <pc:spChg chg="del mod">
          <ac:chgData name="Sean Stewart" userId="b35857e6-5c22-47f0-b40f-264377e8324a" providerId="ADAL" clId="{7F26D291-B791-4EBD-9381-52661821CD48}" dt="2025-09-11T16:39:04.637" v="25" actId="478"/>
          <ac:spMkLst>
            <pc:docMk/>
            <pc:sldMk cId="1424087750" sldId="282"/>
            <ac:spMk id="4" creationId="{1E8560F7-816B-1B94-4AA0-9D954DE73CA1}"/>
          </ac:spMkLst>
        </pc:spChg>
        <pc:spChg chg="del mod">
          <ac:chgData name="Sean Stewart" userId="b35857e6-5c22-47f0-b40f-264377e8324a" providerId="ADAL" clId="{7F26D291-B791-4EBD-9381-52661821CD48}" dt="2025-09-11T16:39:01.750" v="23" actId="478"/>
          <ac:spMkLst>
            <pc:docMk/>
            <pc:sldMk cId="1424087750" sldId="282"/>
            <ac:spMk id="5" creationId="{B8E14BF8-6DE3-8F60-6E60-24384426A5BE}"/>
          </ac:spMkLst>
        </pc:spChg>
        <pc:spChg chg="del mod">
          <ac:chgData name="Sean Stewart" userId="b35857e6-5c22-47f0-b40f-264377e8324a" providerId="ADAL" clId="{7F26D291-B791-4EBD-9381-52661821CD48}" dt="2025-09-11T16:39:30.581" v="33" actId="478"/>
          <ac:spMkLst>
            <pc:docMk/>
            <pc:sldMk cId="1424087750" sldId="282"/>
            <ac:spMk id="7" creationId="{1B0EBEE6-EE1B-9DDF-3804-B5960872F2AC}"/>
          </ac:spMkLst>
        </pc:spChg>
        <pc:spChg chg="del mod">
          <ac:chgData name="Sean Stewart" userId="b35857e6-5c22-47f0-b40f-264377e8324a" providerId="ADAL" clId="{7F26D291-B791-4EBD-9381-52661821CD48}" dt="2025-09-11T16:39:22.240" v="31" actId="478"/>
          <ac:spMkLst>
            <pc:docMk/>
            <pc:sldMk cId="1424087750" sldId="282"/>
            <ac:spMk id="8" creationId="{8B768FF1-A296-C66D-13DD-5C8B1E9F2369}"/>
          </ac:spMkLst>
        </pc:spChg>
        <pc:spChg chg="del mod">
          <ac:chgData name="Sean Stewart" userId="b35857e6-5c22-47f0-b40f-264377e8324a" providerId="ADAL" clId="{7F26D291-B791-4EBD-9381-52661821CD48}" dt="2025-09-11T16:39:22.240" v="31" actId="478"/>
          <ac:spMkLst>
            <pc:docMk/>
            <pc:sldMk cId="1424087750" sldId="282"/>
            <ac:spMk id="9" creationId="{5609CC77-37BC-C39F-7354-D3573BC510B1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10" creationId="{2AECAE16-9226-6784-9FD8-24B16A38669A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11" creationId="{ECA8800D-9016-72AE-77FC-185F5A9F8D97}"/>
          </ac:spMkLst>
        </pc:spChg>
        <pc:spChg chg="add del mod">
          <ac:chgData name="Sean Stewart" userId="b35857e6-5c22-47f0-b40f-264377e8324a" providerId="ADAL" clId="{7F26D291-B791-4EBD-9381-52661821CD48}" dt="2025-09-11T16:41:42.097" v="58" actId="478"/>
          <ac:spMkLst>
            <pc:docMk/>
            <pc:sldMk cId="1424087750" sldId="282"/>
            <ac:spMk id="12" creationId="{32C3DCC6-13CD-384B-8E51-00E4631F474D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13" creationId="{5201D1D8-AC32-DD39-43B9-2E13C2DF51A3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14" creationId="{58B71D1F-4B97-7D8E-A299-F54437A260C0}"/>
          </ac:spMkLst>
        </pc:spChg>
        <pc:spChg chg="add del mod">
          <ac:chgData name="Sean Stewart" userId="b35857e6-5c22-47f0-b40f-264377e8324a" providerId="ADAL" clId="{7F26D291-B791-4EBD-9381-52661821CD48}" dt="2025-09-11T16:41:09.245" v="54" actId="478"/>
          <ac:spMkLst>
            <pc:docMk/>
            <pc:sldMk cId="1424087750" sldId="282"/>
            <ac:spMk id="15" creationId="{87F72EDF-14B6-7E1F-BB0D-0D7760E433BA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16" creationId="{7F5C8ABE-FB33-8970-3B4E-8853BF1BB93F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17" creationId="{38F0DE12-F568-64BE-13A1-F06505A5A121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18" creationId="{7F7BD8B6-7530-4601-7694-219F194104EE}"/>
          </ac:spMkLst>
        </pc:spChg>
        <pc:spChg chg="add mod">
          <ac:chgData name="Sean Stewart" userId="b35857e6-5c22-47f0-b40f-264377e8324a" providerId="ADAL" clId="{7F26D291-B791-4EBD-9381-52661821CD48}" dt="2025-09-11T16:41:50.775" v="63"/>
          <ac:spMkLst>
            <pc:docMk/>
            <pc:sldMk cId="1424087750" sldId="282"/>
            <ac:spMk id="19" creationId="{C7F98C3E-945C-6B1B-DA82-9A42F980CA4B}"/>
          </ac:spMkLst>
        </pc:spChg>
        <pc:spChg chg="add mod">
          <ac:chgData name="Sean Stewart" userId="b35857e6-5c22-47f0-b40f-264377e8324a" providerId="ADAL" clId="{7F26D291-B791-4EBD-9381-52661821CD48}" dt="2025-09-11T16:41:50.775" v="63"/>
          <ac:spMkLst>
            <pc:docMk/>
            <pc:sldMk cId="1424087750" sldId="282"/>
            <ac:spMk id="20" creationId="{5D4AC38D-27A6-B629-B155-9A238546893D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21" creationId="{C07989B7-401C-6660-74D8-E89308D35294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22" creationId="{6E1C4104-6221-5636-4571-DD49368C54C1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23" creationId="{8BD32D9D-0FDC-C51C-D470-ED6C70DBA18A}"/>
          </ac:spMkLst>
        </pc:spChg>
        <pc:spChg chg="add mod">
          <ac:chgData name="Sean Stewart" userId="b35857e6-5c22-47f0-b40f-264377e8324a" providerId="ADAL" clId="{7F26D291-B791-4EBD-9381-52661821CD48}" dt="2025-09-11T16:42:51.538" v="75" actId="164"/>
          <ac:spMkLst>
            <pc:docMk/>
            <pc:sldMk cId="1424087750" sldId="282"/>
            <ac:spMk id="24" creationId="{EAA850BD-809F-1A25-8B83-2ED653F1FD5F}"/>
          </ac:spMkLst>
        </pc:spChg>
        <pc:grpChg chg="add mod">
          <ac:chgData name="Sean Stewart" userId="b35857e6-5c22-47f0-b40f-264377e8324a" providerId="ADAL" clId="{7F26D291-B791-4EBD-9381-52661821CD48}" dt="2025-09-11T16:42:55.494" v="76" actId="1076"/>
          <ac:grpSpMkLst>
            <pc:docMk/>
            <pc:sldMk cId="1424087750" sldId="282"/>
            <ac:grpSpMk id="25" creationId="{C99031DC-92C3-DDBA-1240-E39420FC6C60}"/>
          </ac:grpSpMkLst>
        </pc:grpChg>
      </pc:sldChg>
    </pc:docChg>
  </pc:docChgLst>
  <pc:docChgLst>
    <pc:chgData name="Nils Jaranovs" userId="53789476-4f9e-4c67-93c8-339c593fc065" providerId="ADAL" clId="{C13F9B22-E662-4EB6-B49F-4F42B7EE813C}"/>
    <pc:docChg chg="undo custSel addSld delSld modSld sldOrd">
      <pc:chgData name="Nils Jaranovs" userId="53789476-4f9e-4c67-93c8-339c593fc065" providerId="ADAL" clId="{C13F9B22-E662-4EB6-B49F-4F42B7EE813C}" dt="2021-07-13T07:48:59.772" v="45" actId="478"/>
      <pc:docMkLst>
        <pc:docMk/>
      </pc:docMkLst>
      <pc:sldChg chg="del">
        <pc:chgData name="Nils Jaranovs" userId="53789476-4f9e-4c67-93c8-339c593fc065" providerId="ADAL" clId="{C13F9B22-E662-4EB6-B49F-4F42B7EE813C}" dt="2021-07-13T07:48:53.599" v="41" actId="47"/>
        <pc:sldMkLst>
          <pc:docMk/>
          <pc:sldMk cId="1214718008" sldId="256"/>
        </pc:sldMkLst>
      </pc:sldChg>
      <pc:sldChg chg="addSp delSp modSp mod">
        <pc:chgData name="Nils Jaranovs" userId="53789476-4f9e-4c67-93c8-339c593fc065" providerId="ADAL" clId="{C13F9B22-E662-4EB6-B49F-4F42B7EE813C}" dt="2021-07-13T07:06:57.886" v="29" actId="14100"/>
        <pc:sldMkLst>
          <pc:docMk/>
          <pc:sldMk cId="1138025595" sldId="259"/>
        </pc:sldMkLst>
      </pc:sldChg>
      <pc:sldChg chg="add del ord setBg">
        <pc:chgData name="Nils Jaranovs" userId="53789476-4f9e-4c67-93c8-339c593fc065" providerId="ADAL" clId="{C13F9B22-E662-4EB6-B49F-4F42B7EE813C}" dt="2021-07-13T07:08:10.476" v="34" actId="47"/>
        <pc:sldMkLst>
          <pc:docMk/>
          <pc:sldMk cId="2880593818" sldId="260"/>
        </pc:sldMkLst>
      </pc:sldChg>
      <pc:sldChg chg="add del">
        <pc:chgData name="Nils Jaranovs" userId="53789476-4f9e-4c67-93c8-339c593fc065" providerId="ADAL" clId="{C13F9B22-E662-4EB6-B49F-4F42B7EE813C}" dt="2021-07-13T07:06:55.662" v="23"/>
        <pc:sldMkLst>
          <pc:docMk/>
          <pc:sldMk cId="3126304114" sldId="260"/>
        </pc:sldMkLst>
      </pc:sldChg>
      <pc:sldChg chg="addSp modSp add mod">
        <pc:chgData name="Nils Jaranovs" userId="53789476-4f9e-4c67-93c8-339c593fc065" providerId="ADAL" clId="{C13F9B22-E662-4EB6-B49F-4F42B7EE813C}" dt="2021-07-13T07:08:25.586" v="40" actId="1076"/>
        <pc:sldMkLst>
          <pc:docMk/>
          <pc:sldMk cId="1071534336" sldId="261"/>
        </pc:sldMkLst>
      </pc:sldChg>
      <pc:sldChg chg="delSp add mod ord">
        <pc:chgData name="Nils Jaranovs" userId="53789476-4f9e-4c67-93c8-339c593fc065" providerId="ADAL" clId="{C13F9B22-E662-4EB6-B49F-4F42B7EE813C}" dt="2021-07-13T07:48:59.772" v="45" actId="478"/>
        <pc:sldMkLst>
          <pc:docMk/>
          <pc:sldMk cId="1099186312" sldId="262"/>
        </pc:sldMkLst>
      </pc:sldChg>
    </pc:docChg>
  </pc:docChgLst>
  <pc:docChgLst>
    <pc:chgData name="Sean Stewart" userId="b35857e6-5c22-47f0-b40f-264377e8324a" providerId="ADAL" clId="{580AFD93-5928-4F03-9B98-595B3285106A}"/>
    <pc:docChg chg="undo redo custSel addSld delSld modSld sldOrd">
      <pc:chgData name="Sean Stewart" userId="b35857e6-5c22-47f0-b40f-264377e8324a" providerId="ADAL" clId="{580AFD93-5928-4F03-9B98-595B3285106A}" dt="2022-03-23T14:13:29.279" v="195" actId="1076"/>
      <pc:docMkLst>
        <pc:docMk/>
      </pc:docMkLst>
      <pc:sldChg chg="modSp mod">
        <pc:chgData name="Sean Stewart" userId="b35857e6-5c22-47f0-b40f-264377e8324a" providerId="ADAL" clId="{580AFD93-5928-4F03-9B98-595B3285106A}" dt="2022-01-05T14:15:24.996" v="40" actId="1038"/>
        <pc:sldMkLst>
          <pc:docMk/>
          <pc:sldMk cId="3834544009" sldId="257"/>
        </pc:sldMkLst>
      </pc:sldChg>
      <pc:sldChg chg="del">
        <pc:chgData name="Sean Stewart" userId="b35857e6-5c22-47f0-b40f-264377e8324a" providerId="ADAL" clId="{580AFD93-5928-4F03-9B98-595B3285106A}" dt="2022-01-05T14:21:01.235" v="84" actId="47"/>
        <pc:sldMkLst>
          <pc:docMk/>
          <pc:sldMk cId="3014357383" sldId="258"/>
        </pc:sldMkLst>
      </pc:sldChg>
      <pc:sldChg chg="ord">
        <pc:chgData name="Sean Stewart" userId="b35857e6-5c22-47f0-b40f-264377e8324a" providerId="ADAL" clId="{580AFD93-5928-4F03-9B98-595B3285106A}" dt="2022-01-15T09:47:06.027" v="129"/>
        <pc:sldMkLst>
          <pc:docMk/>
          <pc:sldMk cId="1138025595" sldId="259"/>
        </pc:sldMkLst>
      </pc:sldChg>
      <pc:sldChg chg="del">
        <pc:chgData name="Sean Stewart" userId="b35857e6-5c22-47f0-b40f-264377e8324a" providerId="ADAL" clId="{580AFD93-5928-4F03-9B98-595B3285106A}" dt="2022-01-05T14:20:58.330" v="83" actId="47"/>
        <pc:sldMkLst>
          <pc:docMk/>
          <pc:sldMk cId="1071534336" sldId="261"/>
        </pc:sldMkLst>
      </pc:sldChg>
      <pc:sldChg chg="modSp mod">
        <pc:chgData name="Sean Stewart" userId="b35857e6-5c22-47f0-b40f-264377e8324a" providerId="ADAL" clId="{580AFD93-5928-4F03-9B98-595B3285106A}" dt="2022-01-05T14:09:13.311" v="1" actId="14100"/>
        <pc:sldMkLst>
          <pc:docMk/>
          <pc:sldMk cId="285009493" sldId="263"/>
        </pc:sldMkLst>
      </pc:sldChg>
      <pc:sldChg chg="del">
        <pc:chgData name="Sean Stewart" userId="b35857e6-5c22-47f0-b40f-264377e8324a" providerId="ADAL" clId="{580AFD93-5928-4F03-9B98-595B3285106A}" dt="2022-01-05T14:12:00.455" v="3" actId="47"/>
        <pc:sldMkLst>
          <pc:docMk/>
          <pc:sldMk cId="892281802" sldId="264"/>
        </pc:sldMkLst>
      </pc:sldChg>
      <pc:sldChg chg="modSp mod ord">
        <pc:chgData name="Sean Stewart" userId="b35857e6-5c22-47f0-b40f-264377e8324a" providerId="ADAL" clId="{580AFD93-5928-4F03-9B98-595B3285106A}" dt="2022-01-05T14:14:39.629" v="35" actId="20578"/>
        <pc:sldMkLst>
          <pc:docMk/>
          <pc:sldMk cId="2569211327" sldId="265"/>
        </pc:sldMkLst>
      </pc:sldChg>
      <pc:sldChg chg="delSp modSp add mod ord setBg">
        <pc:chgData name="Sean Stewart" userId="b35857e6-5c22-47f0-b40f-264377e8324a" providerId="ADAL" clId="{580AFD93-5928-4F03-9B98-595B3285106A}" dt="2022-01-05T14:20:47.548" v="82" actId="14100"/>
        <pc:sldMkLst>
          <pc:docMk/>
          <pc:sldMk cId="1764392050" sldId="266"/>
        </pc:sldMkLst>
      </pc:sldChg>
      <pc:sldChg chg="addSp delSp modSp add mod setBg">
        <pc:chgData name="Sean Stewart" userId="b35857e6-5c22-47f0-b40f-264377e8324a" providerId="ADAL" clId="{580AFD93-5928-4F03-9B98-595B3285106A}" dt="2022-01-05T14:20:19.089" v="76" actId="1076"/>
        <pc:sldMkLst>
          <pc:docMk/>
          <pc:sldMk cId="521765089" sldId="267"/>
        </pc:sldMkLst>
      </pc:sldChg>
      <pc:sldChg chg="modSp add mod setBg">
        <pc:chgData name="Sean Stewart" userId="b35857e6-5c22-47f0-b40f-264377e8324a" providerId="ADAL" clId="{580AFD93-5928-4F03-9B98-595B3285106A}" dt="2022-01-05T14:25:33.985" v="92" actId="14100"/>
        <pc:sldMkLst>
          <pc:docMk/>
          <pc:sldMk cId="2671537027" sldId="268"/>
        </pc:sldMkLst>
      </pc:sldChg>
      <pc:sldChg chg="modSp add mod ord">
        <pc:chgData name="Sean Stewart" userId="b35857e6-5c22-47f0-b40f-264377e8324a" providerId="ADAL" clId="{580AFD93-5928-4F03-9B98-595B3285106A}" dt="2022-01-15T09:47:43.674" v="134" actId="14100"/>
        <pc:sldMkLst>
          <pc:docMk/>
          <pc:sldMk cId="1777434498" sldId="269"/>
        </pc:sldMkLst>
      </pc:sldChg>
      <pc:sldChg chg="add del setBg">
        <pc:chgData name="Sean Stewart" userId="b35857e6-5c22-47f0-b40f-264377e8324a" providerId="ADAL" clId="{580AFD93-5928-4F03-9B98-595B3285106A}" dt="2022-01-15T09:45:00.128" v="98"/>
        <pc:sldMkLst>
          <pc:docMk/>
          <pc:sldMk cId="631577588" sldId="270"/>
        </pc:sldMkLst>
      </pc:sldChg>
      <pc:sldChg chg="modSp add mod ord">
        <pc:chgData name="Sean Stewart" userId="b35857e6-5c22-47f0-b40f-264377e8324a" providerId="ADAL" clId="{580AFD93-5928-4F03-9B98-595B3285106A}" dt="2022-01-15T09:49:44.409" v="144" actId="14100"/>
        <pc:sldMkLst>
          <pc:docMk/>
          <pc:sldMk cId="1381159480" sldId="270"/>
        </pc:sldMkLst>
      </pc:sldChg>
      <pc:sldChg chg="delSp modSp add mod">
        <pc:chgData name="Sean Stewart" userId="b35857e6-5c22-47f0-b40f-264377e8324a" providerId="ADAL" clId="{580AFD93-5928-4F03-9B98-595B3285106A}" dt="2022-02-08T10:02:54.804" v="154" actId="14100"/>
        <pc:sldMkLst>
          <pc:docMk/>
          <pc:sldMk cId="2187531865" sldId="271"/>
        </pc:sldMkLst>
      </pc:sldChg>
      <pc:sldChg chg="add del setBg">
        <pc:chgData name="Sean Stewart" userId="b35857e6-5c22-47f0-b40f-264377e8324a" providerId="ADAL" clId="{580AFD93-5928-4F03-9B98-595B3285106A}" dt="2022-02-08T10:02:29.301" v="146"/>
        <pc:sldMkLst>
          <pc:docMk/>
          <pc:sldMk cId="4114472520" sldId="271"/>
        </pc:sldMkLst>
      </pc:sldChg>
      <pc:sldChg chg="delSp modSp add mod">
        <pc:chgData name="Sean Stewart" userId="b35857e6-5c22-47f0-b40f-264377e8324a" providerId="ADAL" clId="{580AFD93-5928-4F03-9B98-595B3285106A}" dt="2022-03-14T07:57:08.461" v="181" actId="14100"/>
        <pc:sldMkLst>
          <pc:docMk/>
          <pc:sldMk cId="1062339118" sldId="272"/>
        </pc:sldMkLst>
      </pc:sldChg>
      <pc:sldChg chg="delSp modSp add mod">
        <pc:chgData name="Sean Stewart" userId="b35857e6-5c22-47f0-b40f-264377e8324a" providerId="ADAL" clId="{580AFD93-5928-4F03-9B98-595B3285106A}" dt="2022-02-10T13:18:08.798" v="173" actId="14100"/>
        <pc:sldMkLst>
          <pc:docMk/>
          <pc:sldMk cId="2153155565" sldId="273"/>
        </pc:sldMkLst>
      </pc:sldChg>
      <pc:sldChg chg="modSp add mod">
        <pc:chgData name="Sean Stewart" userId="b35857e6-5c22-47f0-b40f-264377e8324a" providerId="ADAL" clId="{580AFD93-5928-4F03-9B98-595B3285106A}" dt="2022-03-23T14:13:29.279" v="195" actId="1076"/>
        <pc:sldMkLst>
          <pc:docMk/>
          <pc:sldMk cId="2473733719" sldId="274"/>
        </pc:sldMkLst>
      </pc:sldChg>
    </pc:docChg>
  </pc:docChgLst>
  <pc:docChgLst>
    <pc:chgData name="Sean Stewart" userId="b35857e6-5c22-47f0-b40f-264377e8324a" providerId="ADAL" clId="{2A265324-2885-4F84-AABE-98059467CF59}"/>
    <pc:docChg chg="custSel addSld delSld modSld">
      <pc:chgData name="Sean Stewart" userId="b35857e6-5c22-47f0-b40f-264377e8324a" providerId="ADAL" clId="{2A265324-2885-4F84-AABE-98059467CF59}" dt="2025-02-20T14:46:58.892" v="61" actId="14100"/>
      <pc:docMkLst>
        <pc:docMk/>
      </pc:docMkLst>
      <pc:sldChg chg="delSp add del mod setBg">
        <pc:chgData name="Sean Stewart" userId="b35857e6-5c22-47f0-b40f-264377e8324a" providerId="ADAL" clId="{2A265324-2885-4F84-AABE-98059467CF59}" dt="2025-02-20T14:40:56.752" v="2" actId="47"/>
        <pc:sldMkLst>
          <pc:docMk/>
          <pc:sldMk cId="589467885" sldId="279"/>
        </pc:sldMkLst>
      </pc:sldChg>
      <pc:sldChg chg="addSp delSp modSp add mod">
        <pc:chgData name="Sean Stewart" userId="b35857e6-5c22-47f0-b40f-264377e8324a" providerId="ADAL" clId="{2A265324-2885-4F84-AABE-98059467CF59}" dt="2025-02-20T14:46:58.892" v="61" actId="14100"/>
        <pc:sldMkLst>
          <pc:docMk/>
          <pc:sldMk cId="2379740444" sldId="279"/>
        </pc:sldMkLst>
      </pc:sldChg>
    </pc:docChg>
  </pc:docChgLst>
  <pc:docChgLst>
    <pc:chgData name="Sean Stewart" userId="b35857e6-5c22-47f0-b40f-264377e8324a" providerId="ADAL" clId="{9ED220C7-B4AE-4026-B186-0932AA85D7E4}"/>
    <pc:docChg chg="custSel addSld delSld modSld">
      <pc:chgData name="Sean Stewart" userId="b35857e6-5c22-47f0-b40f-264377e8324a" providerId="ADAL" clId="{9ED220C7-B4AE-4026-B186-0932AA85D7E4}" dt="2024-01-31T10:38:38.240" v="18" actId="14100"/>
      <pc:docMkLst>
        <pc:docMk/>
      </pc:docMkLst>
      <pc:sldChg chg="delSp modSp add mod">
        <pc:chgData name="Sean Stewart" userId="b35857e6-5c22-47f0-b40f-264377e8324a" providerId="ADAL" clId="{9ED220C7-B4AE-4026-B186-0932AA85D7E4}" dt="2024-01-31T10:38:38.240" v="18" actId="14100"/>
        <pc:sldMkLst>
          <pc:docMk/>
          <pc:sldMk cId="944237133" sldId="278"/>
        </pc:sldMkLst>
      </pc:sldChg>
      <pc:sldChg chg="add del setBg">
        <pc:chgData name="Sean Stewart" userId="b35857e6-5c22-47f0-b40f-264377e8324a" providerId="ADAL" clId="{9ED220C7-B4AE-4026-B186-0932AA85D7E4}" dt="2024-01-31T10:37:47.933" v="1"/>
        <pc:sldMkLst>
          <pc:docMk/>
          <pc:sldMk cId="2940306529" sldId="278"/>
        </pc:sldMkLst>
      </pc:sldChg>
    </pc:docChg>
  </pc:docChgLst>
  <pc:docChgLst>
    <pc:chgData name="Sean Stewart" userId="b35857e6-5c22-47f0-b40f-264377e8324a" providerId="ADAL" clId="{2C354C36-0898-4E9D-B173-1446956A88FA}"/>
    <pc:docChg chg="custSel addSld delSld modSld">
      <pc:chgData name="Sean Stewart" userId="b35857e6-5c22-47f0-b40f-264377e8324a" providerId="ADAL" clId="{2C354C36-0898-4E9D-B173-1446956A88FA}" dt="2023-04-04T11:41:39.641" v="8" actId="14100"/>
      <pc:docMkLst>
        <pc:docMk/>
      </pc:docMkLst>
      <pc:sldChg chg="add del setBg">
        <pc:chgData name="Sean Stewart" userId="b35857e6-5c22-47f0-b40f-264377e8324a" providerId="ADAL" clId="{2C354C36-0898-4E9D-B173-1446956A88FA}" dt="2023-04-04T11:41:19.493" v="1"/>
        <pc:sldMkLst>
          <pc:docMk/>
          <pc:sldMk cId="208411775" sldId="276"/>
        </pc:sldMkLst>
      </pc:sldChg>
      <pc:sldChg chg="delSp modSp add mod">
        <pc:chgData name="Sean Stewart" userId="b35857e6-5c22-47f0-b40f-264377e8324a" providerId="ADAL" clId="{2C354C36-0898-4E9D-B173-1446956A88FA}" dt="2023-04-04T11:41:39.641" v="8" actId="14100"/>
        <pc:sldMkLst>
          <pc:docMk/>
          <pc:sldMk cId="1188465415" sldId="276"/>
        </pc:sldMkLst>
      </pc:sldChg>
    </pc:docChg>
  </pc:docChgLst>
  <pc:docChgLst>
    <pc:chgData name="Sean Stewart" userId="b35857e6-5c22-47f0-b40f-264377e8324a" providerId="ADAL" clId="{31CFCC38-9E82-4981-9F12-280ED3EF7F41}"/>
    <pc:docChg chg="undo custSel addSld modSld">
      <pc:chgData name="Sean Stewart" userId="b35857e6-5c22-47f0-b40f-264377e8324a" providerId="ADAL" clId="{31CFCC38-9E82-4981-9F12-280ED3EF7F41}" dt="2025-05-10T06:55:22.476" v="76" actId="14100"/>
      <pc:docMkLst>
        <pc:docMk/>
      </pc:docMkLst>
      <pc:sldChg chg="addSp modSp add mod">
        <pc:chgData name="Sean Stewart" userId="b35857e6-5c22-47f0-b40f-264377e8324a" providerId="ADAL" clId="{31CFCC38-9E82-4981-9F12-280ED3EF7F41}" dt="2025-05-08T08:43:42.865" v="17" actId="1076"/>
        <pc:sldMkLst>
          <pc:docMk/>
          <pc:sldMk cId="3656273074" sldId="280"/>
        </pc:sldMkLst>
      </pc:sldChg>
      <pc:sldChg chg="addSp delSp modSp add mod">
        <pc:chgData name="Sean Stewart" userId="b35857e6-5c22-47f0-b40f-264377e8324a" providerId="ADAL" clId="{31CFCC38-9E82-4981-9F12-280ED3EF7F41}" dt="2025-05-10T06:55:22.476" v="76" actId="14100"/>
        <pc:sldMkLst>
          <pc:docMk/>
          <pc:sldMk cId="4114234943" sldId="281"/>
        </pc:sldMkLst>
      </pc:sldChg>
    </pc:docChg>
  </pc:docChgLst>
  <pc:docChgLst>
    <pc:chgData name="Sean Stewart" userId="b35857e6-5c22-47f0-b40f-264377e8324a" providerId="ADAL" clId="{39AF68FB-E712-4CD2-9FAF-936DD3C5D660}"/>
    <pc:docChg chg="modSld">
      <pc:chgData name="Sean Stewart" userId="b35857e6-5c22-47f0-b40f-264377e8324a" providerId="ADAL" clId="{39AF68FB-E712-4CD2-9FAF-936DD3C5D660}" dt="2022-06-08T18:56:05.308" v="22" actId="1076"/>
      <pc:docMkLst>
        <pc:docMk/>
      </pc:docMkLst>
      <pc:sldChg chg="addSp modSp mod">
        <pc:chgData name="Sean Stewart" userId="b35857e6-5c22-47f0-b40f-264377e8324a" providerId="ADAL" clId="{39AF68FB-E712-4CD2-9FAF-936DD3C5D660}" dt="2022-06-08T18:56:05.308" v="22" actId="1076"/>
        <pc:sldMkLst>
          <pc:docMk/>
          <pc:sldMk cId="1099186312" sldId="262"/>
        </pc:sldMkLst>
      </pc:sldChg>
      <pc:sldChg chg="modSp mod">
        <pc:chgData name="Sean Stewart" userId="b35857e6-5c22-47f0-b40f-264377e8324a" providerId="ADAL" clId="{39AF68FB-E712-4CD2-9FAF-936DD3C5D660}" dt="2022-06-06T12:43:41.601" v="1" actId="14100"/>
        <pc:sldMkLst>
          <pc:docMk/>
          <pc:sldMk cId="285009493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3FFA-9574-44A5-AD1E-045C2F5B3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72A26-45C4-4CB8-BA3B-2D1AA263F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71B15-2E9F-4546-BC04-1C1BDF88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7B3D5-1521-48EA-A920-1D2DE47A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62C5E-FD18-4AEF-837B-CEB6590C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0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D06E-A909-4E27-B13A-1887325A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D8FA-E9A7-4F3E-94AD-6DDD9B54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3272E-54C3-4BBF-8B7E-CEC1C68A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66A21-823B-43AF-873F-B1ABF045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C4579-70FF-438E-A1DC-F0E743EB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7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EACF-6ABF-4910-BC83-19C82340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347DD-210B-4EC3-97D7-21816E27D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A9E78-C2B2-4797-A1E8-D11D0116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A379-7914-49DA-96F0-772FCF3C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9A534-C6B1-4B75-8BB5-94786B75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4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2090-F8F5-42BE-AF67-C4770CB6F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7279-166B-465A-88E3-B61A7B309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F39C9-9AE1-412E-B9B2-986E0CCF7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EBA35-F884-4D30-9125-936666E8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7F02B-30D2-4943-94D6-3A2D15F5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030B3-1F22-4DFE-8F09-75840872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8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E2BF-B251-476C-8528-3EC500B3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4EBF6-CF42-49B8-9BF3-40BF5E49A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626B2-D30E-45C0-9F6E-8EA9E751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0C553-0465-434B-875B-F62863C1F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8E3AF-DF82-4060-BB48-DC914322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79EA0-CA46-4049-9D97-A922F9F98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6528B-C3CF-43A7-8150-7ADA5BF3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992E5-B1A7-4818-80AE-005B4962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8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5275-5150-4364-BA68-1B958764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4D1E44-A850-4D6B-A20F-AB8FAEC1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0475A-B963-4F8B-A8B1-502897F6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22CEF-6A13-425E-ACDE-543EA64AF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6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AD6F7-983E-4F06-B522-BE29CF87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CD1A8-E9CB-4CC7-8308-B339A1CE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738F2-A97D-48A2-BCC4-027479F5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97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094F-97CA-40F5-955E-D5CAA595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FCD9C-F087-4028-9FBF-93A0F530D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B9126-5306-435F-92D0-C7AEA3244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19500-914E-4E98-9089-730301D7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3D24E-86D7-46B7-9EA8-554347F7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C720A-70E4-47A2-ACD2-361CA58A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40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7D6C-08B0-4EDA-8448-33B69FFAA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70B49-475C-4F79-9AC6-60B7EB12B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CFD58-43C8-4010-B23C-64BA1675C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CC85-E4A8-405B-8DDC-BE3F1DEF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112A1-9CDE-4A05-95A2-DE84E9C7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FD8FD-4841-4F42-8C0E-CA42903E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F3A0-CF99-4347-B6A9-BDDE58B2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9F0B6-78D4-40BA-A9D4-F04D694B4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7A726-8919-4438-9C94-14B22180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6542-0B26-4FD9-ADAD-F795D110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CFAE6-A2F5-4EC9-BA5C-285EED08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2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FC166-481E-48CA-83B9-A27FCEDB4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19864-ED0C-4045-99B1-C797A1231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12DAF-2D3A-495E-BB0B-28144980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6C39-E087-497D-884B-C7EAB1A5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07E2-973E-40C8-A348-9C42A6C9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7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6A4E1-0C4F-4D25-A051-991C7743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4BDF6-9D05-4668-8470-CD4D07168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88B02-0B61-4F65-9DB3-7A5F5ACDD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ED5C7-45B4-4790-9021-66DA77E4F93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D635B-79F1-45F5-89D0-3616F43A6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00876-DED3-4D3F-BD91-79AFC1E27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FE149-CF2C-4AC2-A944-DBFD24971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3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FDB26-5BB1-447D-9292-21DE16774B03}"/>
              </a:ext>
            </a:extLst>
          </p:cNvPr>
          <p:cNvSpPr/>
          <p:nvPr/>
        </p:nvSpPr>
        <p:spPr>
          <a:xfrm rot="16200000">
            <a:off x="-2961523" y="3143285"/>
            <a:ext cx="66675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20798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8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2B946-8E86-3AE9-D430-7C156D2C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B5CA79-CE16-BBA4-C45A-51C361C7F4C4}"/>
              </a:ext>
            </a:extLst>
          </p:cNvPr>
          <p:cNvSpPr/>
          <p:nvPr/>
        </p:nvSpPr>
        <p:spPr>
          <a:xfrm rot="16200000">
            <a:off x="-2961523" y="3143285"/>
            <a:ext cx="66675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BF57B-0F8B-0ABB-37E8-2D14EBB4564E}"/>
              </a:ext>
            </a:extLst>
          </p:cNvPr>
          <p:cNvSpPr/>
          <p:nvPr/>
        </p:nvSpPr>
        <p:spPr>
          <a:xfrm>
            <a:off x="0" y="20798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C6D78C5-A4D7-F5D1-6EAC-268A140A7DFA}"/>
              </a:ext>
            </a:extLst>
          </p:cNvPr>
          <p:cNvSpPr/>
          <p:nvPr/>
        </p:nvSpPr>
        <p:spPr>
          <a:xfrm>
            <a:off x="5032084" y="861439"/>
            <a:ext cx="7064086" cy="57364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AE01AA-79F8-0D32-C5E5-F14186700399}"/>
              </a:ext>
            </a:extLst>
          </p:cNvPr>
          <p:cNvSpPr/>
          <p:nvPr/>
        </p:nvSpPr>
        <p:spPr>
          <a:xfrm>
            <a:off x="857250" y="861439"/>
            <a:ext cx="4095750" cy="2762146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871611-BE2A-229E-DA52-AD9E33C41523}"/>
              </a:ext>
            </a:extLst>
          </p:cNvPr>
          <p:cNvSpPr/>
          <p:nvPr/>
        </p:nvSpPr>
        <p:spPr>
          <a:xfrm>
            <a:off x="857250" y="3714750"/>
            <a:ext cx="4095750" cy="2883089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7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91000" y="9525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91500" y="9525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90500" y="38100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901ABF-B51A-4391-B37A-6EF2B86BAE54}"/>
              </a:ext>
            </a:extLst>
          </p:cNvPr>
          <p:cNvSpPr/>
          <p:nvPr/>
        </p:nvSpPr>
        <p:spPr>
          <a:xfrm>
            <a:off x="4191000" y="38100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A704BD-8878-4358-880E-083BEA4E8991}"/>
              </a:ext>
            </a:extLst>
          </p:cNvPr>
          <p:cNvSpPr/>
          <p:nvPr/>
        </p:nvSpPr>
        <p:spPr>
          <a:xfrm>
            <a:off x="8191500" y="38100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4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44DBF-713D-0341-0128-C1649E92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B0D6D3-5E48-B29F-CDE3-91E975A7E04B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99031DC-92C3-DDBA-1240-E39420FC6C60}"/>
              </a:ext>
            </a:extLst>
          </p:cNvPr>
          <p:cNvGrpSpPr/>
          <p:nvPr/>
        </p:nvGrpSpPr>
        <p:grpSpPr>
          <a:xfrm>
            <a:off x="244083" y="857250"/>
            <a:ext cx="11703834" cy="5795010"/>
            <a:chOff x="285750" y="857250"/>
            <a:chExt cx="11703834" cy="579501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6E64340-F440-BA29-4D18-645511258A7D}"/>
                </a:ext>
              </a:extLst>
            </p:cNvPr>
            <p:cNvSpPr>
              <a:spLocks/>
            </p:cNvSpPr>
            <p:nvPr/>
          </p:nvSpPr>
          <p:spPr>
            <a:xfrm>
              <a:off x="285750" y="85725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F5C8ABE-FB33-8970-3B4E-8853BF1BB93F}"/>
                </a:ext>
              </a:extLst>
            </p:cNvPr>
            <p:cNvSpPr>
              <a:spLocks/>
            </p:cNvSpPr>
            <p:nvPr/>
          </p:nvSpPr>
          <p:spPr>
            <a:xfrm>
              <a:off x="285750" y="381762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8F0DE12-F568-64BE-13A1-F06505A5A121}"/>
                </a:ext>
              </a:extLst>
            </p:cNvPr>
            <p:cNvSpPr>
              <a:spLocks/>
            </p:cNvSpPr>
            <p:nvPr/>
          </p:nvSpPr>
          <p:spPr>
            <a:xfrm>
              <a:off x="3238500" y="85725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F7BD8B6-7530-4601-7694-219F194104EE}"/>
                </a:ext>
              </a:extLst>
            </p:cNvPr>
            <p:cNvSpPr>
              <a:spLocks/>
            </p:cNvSpPr>
            <p:nvPr/>
          </p:nvSpPr>
          <p:spPr>
            <a:xfrm>
              <a:off x="3238500" y="381762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07989B7-401C-6660-74D8-E89308D35294}"/>
                </a:ext>
              </a:extLst>
            </p:cNvPr>
            <p:cNvSpPr>
              <a:spLocks/>
            </p:cNvSpPr>
            <p:nvPr/>
          </p:nvSpPr>
          <p:spPr>
            <a:xfrm>
              <a:off x="6191250" y="85725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E1C4104-6221-5636-4571-DD49368C54C1}"/>
                </a:ext>
              </a:extLst>
            </p:cNvPr>
            <p:cNvSpPr>
              <a:spLocks/>
            </p:cNvSpPr>
            <p:nvPr/>
          </p:nvSpPr>
          <p:spPr>
            <a:xfrm>
              <a:off x="6191250" y="381762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BD32D9D-0FDC-C51C-D470-ED6C70DBA18A}"/>
                </a:ext>
              </a:extLst>
            </p:cNvPr>
            <p:cNvSpPr>
              <a:spLocks/>
            </p:cNvSpPr>
            <p:nvPr/>
          </p:nvSpPr>
          <p:spPr>
            <a:xfrm>
              <a:off x="9154944" y="85725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AA850BD-809F-1A25-8B83-2ED653F1FD5F}"/>
                </a:ext>
              </a:extLst>
            </p:cNvPr>
            <p:cNvSpPr>
              <a:spLocks/>
            </p:cNvSpPr>
            <p:nvPr/>
          </p:nvSpPr>
          <p:spPr>
            <a:xfrm>
              <a:off x="9154944" y="3817620"/>
              <a:ext cx="2834640" cy="2834640"/>
            </a:xfrm>
            <a:prstGeom prst="roundRect">
              <a:avLst>
                <a:gd name="adj" fmla="val 1309"/>
              </a:avLst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12700" dist="12700" dir="5400000" algn="t" rotWithShape="0">
                <a:prstClr val="black">
                  <a:alpha val="10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408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1905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2286000" y="952500"/>
            <a:ext cx="47625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7239000" y="922020"/>
            <a:ext cx="47625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90500" y="3810000"/>
            <a:ext cx="1905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901ABF-B51A-4391-B37A-6EF2B86BAE54}"/>
              </a:ext>
            </a:extLst>
          </p:cNvPr>
          <p:cNvSpPr/>
          <p:nvPr/>
        </p:nvSpPr>
        <p:spPr>
          <a:xfrm>
            <a:off x="2286000" y="3806026"/>
            <a:ext cx="47625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A704BD-8878-4358-880E-083BEA4E8991}"/>
              </a:ext>
            </a:extLst>
          </p:cNvPr>
          <p:cNvSpPr/>
          <p:nvPr/>
        </p:nvSpPr>
        <p:spPr>
          <a:xfrm>
            <a:off x="7239000" y="3810000"/>
            <a:ext cx="47625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0081459" y="961322"/>
            <a:ext cx="1905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165435" y="937260"/>
            <a:ext cx="4762500" cy="550926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5123447" y="961323"/>
            <a:ext cx="4762500" cy="5485198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0084468" y="3779520"/>
            <a:ext cx="1905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23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3810000" cy="5524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91000" y="952500"/>
            <a:ext cx="3810000" cy="5524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91500" y="952500"/>
            <a:ext cx="3810000" cy="5524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46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3810000" cy="5524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91000" y="952500"/>
            <a:ext cx="3810000" cy="5524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91500" y="9525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A704BD-8878-4358-880E-083BEA4E8991}"/>
              </a:ext>
            </a:extLst>
          </p:cNvPr>
          <p:cNvSpPr/>
          <p:nvPr/>
        </p:nvSpPr>
        <p:spPr>
          <a:xfrm>
            <a:off x="8191500" y="3810000"/>
            <a:ext cx="381000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5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3810000" cy="2190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91000" y="952500"/>
            <a:ext cx="3810000" cy="2190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91500" y="952500"/>
            <a:ext cx="3810000" cy="2190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90500" y="3333750"/>
            <a:ext cx="11811000" cy="31432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31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4199" y="4121439"/>
            <a:ext cx="3810000" cy="2388297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91000" y="4118110"/>
            <a:ext cx="3810000" cy="2388297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95199" y="4118110"/>
            <a:ext cx="3810000" cy="2388297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94199" y="944380"/>
            <a:ext cx="11811000" cy="296087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73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 noChangeAspect="1"/>
          </p:cNvSpPr>
          <p:nvPr/>
        </p:nvSpPr>
        <p:spPr>
          <a:xfrm>
            <a:off x="190500" y="952500"/>
            <a:ext cx="8286750" cy="2571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572500" y="952500"/>
            <a:ext cx="3429000" cy="2571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C3579-2873-41A7-9EC4-25C14C3668F4}"/>
              </a:ext>
            </a:extLst>
          </p:cNvPr>
          <p:cNvSpPr/>
          <p:nvPr/>
        </p:nvSpPr>
        <p:spPr>
          <a:xfrm>
            <a:off x="190500" y="3610406"/>
            <a:ext cx="11811000" cy="3057094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33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190500" y="864866"/>
            <a:ext cx="5715000" cy="5707384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6096000" y="864866"/>
            <a:ext cx="5905500" cy="2659384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6B160-460B-4455-8CF8-64789DF8CCF0}"/>
              </a:ext>
            </a:extLst>
          </p:cNvPr>
          <p:cNvSpPr/>
          <p:nvPr/>
        </p:nvSpPr>
        <p:spPr>
          <a:xfrm>
            <a:off x="6096000" y="3714750"/>
            <a:ext cx="5905500" cy="28575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5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202623" y="952500"/>
            <a:ext cx="7524750" cy="5619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7869382" y="952500"/>
            <a:ext cx="40957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6B160-460B-4455-8CF8-64789DF8CCF0}"/>
              </a:ext>
            </a:extLst>
          </p:cNvPr>
          <p:cNvSpPr/>
          <p:nvPr/>
        </p:nvSpPr>
        <p:spPr>
          <a:xfrm>
            <a:off x="7902287" y="3812950"/>
            <a:ext cx="4095750" cy="27593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3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7E9347-F0FA-4C9E-9E11-1368DEF4EE42}"/>
              </a:ext>
            </a:extLst>
          </p:cNvPr>
          <p:cNvSpPr>
            <a:spLocks/>
          </p:cNvSpPr>
          <p:nvPr/>
        </p:nvSpPr>
        <p:spPr>
          <a:xfrm>
            <a:off x="190500" y="952500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4150614" y="952500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817BF0-F8D5-4BE8-906B-0D68A0CE2B9C}"/>
              </a:ext>
            </a:extLst>
          </p:cNvPr>
          <p:cNvSpPr/>
          <p:nvPr/>
        </p:nvSpPr>
        <p:spPr>
          <a:xfrm>
            <a:off x="8110728" y="952500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FD35C9-AC34-4838-ADAE-7F57FE33F3EB}"/>
              </a:ext>
            </a:extLst>
          </p:cNvPr>
          <p:cNvSpPr>
            <a:spLocks/>
          </p:cNvSpPr>
          <p:nvPr/>
        </p:nvSpPr>
        <p:spPr>
          <a:xfrm>
            <a:off x="190500" y="3785616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BE2E361-FF85-43F1-B20C-60370121BE98}"/>
              </a:ext>
            </a:extLst>
          </p:cNvPr>
          <p:cNvSpPr/>
          <p:nvPr/>
        </p:nvSpPr>
        <p:spPr>
          <a:xfrm>
            <a:off x="4150614" y="3785616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CE6E7A-D506-47DE-B76E-3B3B5D62A19B}"/>
              </a:ext>
            </a:extLst>
          </p:cNvPr>
          <p:cNvSpPr/>
          <p:nvPr/>
        </p:nvSpPr>
        <p:spPr>
          <a:xfrm>
            <a:off x="8110728" y="3785616"/>
            <a:ext cx="3886200" cy="27432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6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6191250" y="952500"/>
            <a:ext cx="5810250" cy="561975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4ED0D9-F3DC-4376-B22D-7F83629836A3}"/>
              </a:ext>
            </a:extLst>
          </p:cNvPr>
          <p:cNvSpPr/>
          <p:nvPr/>
        </p:nvSpPr>
        <p:spPr>
          <a:xfrm>
            <a:off x="190500" y="950976"/>
            <a:ext cx="5810250" cy="5621274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09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>
            <a:alpha val="9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F20B56-772B-4004-B25E-303F745F39D3}"/>
              </a:ext>
            </a:extLst>
          </p:cNvPr>
          <p:cNvSpPr/>
          <p:nvPr/>
        </p:nvSpPr>
        <p:spPr>
          <a:xfrm>
            <a:off x="190500" y="950976"/>
            <a:ext cx="58102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6191250" y="952500"/>
            <a:ext cx="58102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C294FA-7DF8-40F2-B9F3-37D8D1D06933}"/>
              </a:ext>
            </a:extLst>
          </p:cNvPr>
          <p:cNvSpPr/>
          <p:nvPr/>
        </p:nvSpPr>
        <p:spPr>
          <a:xfrm>
            <a:off x="190500" y="3808476"/>
            <a:ext cx="58102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AD2A04F-08F4-4F3C-9F08-968C4FFE476A}"/>
              </a:ext>
            </a:extLst>
          </p:cNvPr>
          <p:cNvSpPr/>
          <p:nvPr/>
        </p:nvSpPr>
        <p:spPr>
          <a:xfrm>
            <a:off x="6191250" y="3810000"/>
            <a:ext cx="58102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2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4476750" y="952500"/>
            <a:ext cx="7524750" cy="5715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190500" y="952500"/>
            <a:ext cx="40957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6B160-460B-4455-8CF8-64789DF8CCF0}"/>
              </a:ext>
            </a:extLst>
          </p:cNvPr>
          <p:cNvSpPr/>
          <p:nvPr/>
        </p:nvSpPr>
        <p:spPr>
          <a:xfrm>
            <a:off x="190500" y="3802384"/>
            <a:ext cx="4095750" cy="2865116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392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2857500" y="952499"/>
            <a:ext cx="9144000" cy="5737193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185876" y="952500"/>
            <a:ext cx="2571750" cy="177546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DF0D03-9564-F03A-E06C-518B93DABE69}"/>
              </a:ext>
            </a:extLst>
          </p:cNvPr>
          <p:cNvSpPr/>
          <p:nvPr/>
        </p:nvSpPr>
        <p:spPr>
          <a:xfrm>
            <a:off x="185876" y="2842879"/>
            <a:ext cx="2571750" cy="1826895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98C564-B4BA-9478-63D2-0583B5DD5D8A}"/>
              </a:ext>
            </a:extLst>
          </p:cNvPr>
          <p:cNvSpPr/>
          <p:nvPr/>
        </p:nvSpPr>
        <p:spPr>
          <a:xfrm>
            <a:off x="185876" y="4784693"/>
            <a:ext cx="2571750" cy="1905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6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5429250" y="952500"/>
            <a:ext cx="6572250" cy="5715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190500" y="952500"/>
            <a:ext cx="5048250" cy="2667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6B160-460B-4455-8CF8-64789DF8CCF0}"/>
              </a:ext>
            </a:extLst>
          </p:cNvPr>
          <p:cNvSpPr/>
          <p:nvPr/>
        </p:nvSpPr>
        <p:spPr>
          <a:xfrm>
            <a:off x="190500" y="3802384"/>
            <a:ext cx="5048250" cy="2865116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537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E34C8-64A6-52AD-1D36-4EC1D23E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50C640-07A7-FDAD-BCBE-B788238B8A84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31923D-9B85-8A99-3355-DEFD8F5150B3}"/>
              </a:ext>
            </a:extLst>
          </p:cNvPr>
          <p:cNvSpPr/>
          <p:nvPr/>
        </p:nvSpPr>
        <p:spPr>
          <a:xfrm>
            <a:off x="7015382" y="914404"/>
            <a:ext cx="5048250" cy="580644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C7B64F-4615-BFF1-CF91-61C783E09380}"/>
              </a:ext>
            </a:extLst>
          </p:cNvPr>
          <p:cNvSpPr/>
          <p:nvPr/>
        </p:nvSpPr>
        <p:spPr>
          <a:xfrm>
            <a:off x="137160" y="914404"/>
            <a:ext cx="3291840" cy="283464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A6FF63-559E-470D-BD33-98B8E7A0F656}"/>
              </a:ext>
            </a:extLst>
          </p:cNvPr>
          <p:cNvSpPr/>
          <p:nvPr/>
        </p:nvSpPr>
        <p:spPr>
          <a:xfrm>
            <a:off x="137160" y="3886204"/>
            <a:ext cx="3291840" cy="283464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8749B5-BD60-621A-0032-4648EE49E94A}"/>
              </a:ext>
            </a:extLst>
          </p:cNvPr>
          <p:cNvSpPr/>
          <p:nvPr/>
        </p:nvSpPr>
        <p:spPr>
          <a:xfrm>
            <a:off x="3576271" y="3886204"/>
            <a:ext cx="3291840" cy="283464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5EBE46-C0E8-5022-6540-429BD621F902}"/>
              </a:ext>
            </a:extLst>
          </p:cNvPr>
          <p:cNvSpPr/>
          <p:nvPr/>
        </p:nvSpPr>
        <p:spPr>
          <a:xfrm>
            <a:off x="3576271" y="914404"/>
            <a:ext cx="3291840" cy="283464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40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AA795-F6FC-139D-D148-D7EF2772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67B348-FEBE-D366-21B9-4F3BA4D4D194}"/>
              </a:ext>
            </a:extLst>
          </p:cNvPr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4900BB-BD15-0CEF-226D-7DAFB3A0C484}"/>
              </a:ext>
            </a:extLst>
          </p:cNvPr>
          <p:cNvSpPr/>
          <p:nvPr/>
        </p:nvSpPr>
        <p:spPr>
          <a:xfrm>
            <a:off x="7524750" y="693860"/>
            <a:ext cx="4538882" cy="288094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A168F4-B1B5-86CD-3AE5-AB343C919B17}"/>
              </a:ext>
            </a:extLst>
          </p:cNvPr>
          <p:cNvSpPr/>
          <p:nvPr/>
        </p:nvSpPr>
        <p:spPr>
          <a:xfrm>
            <a:off x="128368" y="666750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2DBED9-DC11-6100-62AD-52BE708095D0}"/>
              </a:ext>
            </a:extLst>
          </p:cNvPr>
          <p:cNvSpPr/>
          <p:nvPr/>
        </p:nvSpPr>
        <p:spPr>
          <a:xfrm>
            <a:off x="121041" y="2678721"/>
            <a:ext cx="2355459" cy="1905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0F9F10-34C5-DDF1-A57E-2420A26B485C}"/>
              </a:ext>
            </a:extLst>
          </p:cNvPr>
          <p:cNvSpPr/>
          <p:nvPr/>
        </p:nvSpPr>
        <p:spPr>
          <a:xfrm>
            <a:off x="121041" y="4698021"/>
            <a:ext cx="2355459" cy="190500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F8D3FD-3841-BA88-7528-0F2DEF510963}"/>
              </a:ext>
            </a:extLst>
          </p:cNvPr>
          <p:cNvSpPr/>
          <p:nvPr/>
        </p:nvSpPr>
        <p:spPr>
          <a:xfrm>
            <a:off x="2571750" y="693860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9B41AD-9E78-BAF5-FF63-257CF96B07F2}"/>
              </a:ext>
            </a:extLst>
          </p:cNvPr>
          <p:cNvSpPr/>
          <p:nvPr/>
        </p:nvSpPr>
        <p:spPr>
          <a:xfrm>
            <a:off x="5048250" y="693860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5B6EB0-7C0B-6AF0-8393-5AE66AECC05C}"/>
              </a:ext>
            </a:extLst>
          </p:cNvPr>
          <p:cNvSpPr/>
          <p:nvPr/>
        </p:nvSpPr>
        <p:spPr>
          <a:xfrm>
            <a:off x="2571750" y="2713891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37167CF-2882-686E-DD61-A7DBA80B5FEA}"/>
              </a:ext>
            </a:extLst>
          </p:cNvPr>
          <p:cNvSpPr/>
          <p:nvPr/>
        </p:nvSpPr>
        <p:spPr>
          <a:xfrm>
            <a:off x="5048250" y="2713891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4945C42-718F-AB0D-B543-03752B05F41E}"/>
              </a:ext>
            </a:extLst>
          </p:cNvPr>
          <p:cNvSpPr/>
          <p:nvPr/>
        </p:nvSpPr>
        <p:spPr>
          <a:xfrm>
            <a:off x="2603256" y="4698021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976113-76C6-FEB3-35EB-F92F8BA1644B}"/>
              </a:ext>
            </a:extLst>
          </p:cNvPr>
          <p:cNvSpPr/>
          <p:nvPr/>
        </p:nvSpPr>
        <p:spPr>
          <a:xfrm>
            <a:off x="5079756" y="4698021"/>
            <a:ext cx="2348132" cy="1897671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E19E68-6AB0-0500-7F92-C88471763EBF}"/>
              </a:ext>
            </a:extLst>
          </p:cNvPr>
          <p:cNvSpPr/>
          <p:nvPr/>
        </p:nvSpPr>
        <p:spPr>
          <a:xfrm>
            <a:off x="7556256" y="3714750"/>
            <a:ext cx="4538882" cy="2880942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234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B7A997-D5DE-41AB-AA06-D51FAD6A58F1}"/>
              </a:ext>
            </a:extLst>
          </p:cNvPr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" dist="12700" dir="54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6147F-9389-45B2-90DC-8DE6F0DC0892}"/>
              </a:ext>
            </a:extLst>
          </p:cNvPr>
          <p:cNvSpPr/>
          <p:nvPr/>
        </p:nvSpPr>
        <p:spPr>
          <a:xfrm>
            <a:off x="4476750" y="1714500"/>
            <a:ext cx="7524750" cy="4760976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3A06A7-F8B8-40C2-A0F5-A18337406524}"/>
              </a:ext>
            </a:extLst>
          </p:cNvPr>
          <p:cNvSpPr/>
          <p:nvPr/>
        </p:nvSpPr>
        <p:spPr>
          <a:xfrm>
            <a:off x="190500" y="1743683"/>
            <a:ext cx="4095750" cy="228767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A6B160-460B-4455-8CF8-64789DF8CCF0}"/>
              </a:ext>
            </a:extLst>
          </p:cNvPr>
          <p:cNvSpPr/>
          <p:nvPr/>
        </p:nvSpPr>
        <p:spPr>
          <a:xfrm>
            <a:off x="190500" y="4186266"/>
            <a:ext cx="4095750" cy="228921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C2A924-D19C-4691-AC7E-6C0864B70825}"/>
              </a:ext>
            </a:extLst>
          </p:cNvPr>
          <p:cNvSpPr/>
          <p:nvPr/>
        </p:nvSpPr>
        <p:spPr>
          <a:xfrm>
            <a:off x="190500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DDAFA2-A418-41D7-AC4D-D76E64E9A56B}"/>
              </a:ext>
            </a:extLst>
          </p:cNvPr>
          <p:cNvSpPr/>
          <p:nvPr/>
        </p:nvSpPr>
        <p:spPr>
          <a:xfrm>
            <a:off x="8772460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DF76CE-81D2-48AE-882E-071E7FC382CC}"/>
              </a:ext>
            </a:extLst>
          </p:cNvPr>
          <p:cNvSpPr/>
          <p:nvPr/>
        </p:nvSpPr>
        <p:spPr>
          <a:xfrm>
            <a:off x="7056068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B790E3-EDB0-4E65-908F-5F18EF0903C7}"/>
              </a:ext>
            </a:extLst>
          </p:cNvPr>
          <p:cNvSpPr/>
          <p:nvPr/>
        </p:nvSpPr>
        <p:spPr>
          <a:xfrm>
            <a:off x="1906892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734469-A3FA-4FC0-9840-1BA3BA4B871F}"/>
              </a:ext>
            </a:extLst>
          </p:cNvPr>
          <p:cNvSpPr/>
          <p:nvPr/>
        </p:nvSpPr>
        <p:spPr>
          <a:xfrm>
            <a:off x="3623284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CD2EC7-95C2-4777-AC56-07C66B6882B2}"/>
              </a:ext>
            </a:extLst>
          </p:cNvPr>
          <p:cNvSpPr/>
          <p:nvPr/>
        </p:nvSpPr>
        <p:spPr>
          <a:xfrm>
            <a:off x="5339676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1A4894-0D99-4C60-B729-4AD0AFC2196B}"/>
              </a:ext>
            </a:extLst>
          </p:cNvPr>
          <p:cNvSpPr/>
          <p:nvPr/>
        </p:nvSpPr>
        <p:spPr>
          <a:xfrm>
            <a:off x="10488853" y="857250"/>
            <a:ext cx="1524000" cy="731520"/>
          </a:xfrm>
          <a:prstGeom prst="roundRect">
            <a:avLst>
              <a:gd name="adj" fmla="val 1309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" dist="127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11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6f85f6-7fd3-42b1-8264-d52058ff62ab">
      <Terms xmlns="http://schemas.microsoft.com/office/infopath/2007/PartnerControls"/>
    </lcf76f155ced4ddcb4097134ff3c332f>
    <TaxCatchAll xmlns="bb5b20c3-8c41-432a-a35d-ccf7d19ac09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2C49430B224E4C9E58B66BC0B10F2C" ma:contentTypeVersion="14" ma:contentTypeDescription="Create a new document." ma:contentTypeScope="" ma:versionID="28362a15d00399b51fb1a579ace50676">
  <xsd:schema xmlns:xsd="http://www.w3.org/2001/XMLSchema" xmlns:xs="http://www.w3.org/2001/XMLSchema" xmlns:p="http://schemas.microsoft.com/office/2006/metadata/properties" xmlns:ns2="bb5b20c3-8c41-432a-a35d-ccf7d19ac092" xmlns:ns3="d26f85f6-7fd3-42b1-8264-d52058ff62ab" targetNamespace="http://schemas.microsoft.com/office/2006/metadata/properties" ma:root="true" ma:fieldsID="dfeb7e0bd640a1f2f885dca30fb64b48" ns2:_="" ns3:_="">
    <xsd:import namespace="bb5b20c3-8c41-432a-a35d-ccf7d19ac092"/>
    <xsd:import namespace="d26f85f6-7fd3-42b1-8264-d52058ff62a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5b20c3-8c41-432a-a35d-ccf7d19ac0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828431e-8b6a-479f-af1d-a694aeaa8015}" ma:internalName="TaxCatchAll" ma:showField="CatchAllData" ma:web="bb5b20c3-8c41-432a-a35d-ccf7d19ac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6f85f6-7fd3-42b1-8264-d52058ff62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4b6a7bd-9c15-455f-886f-2ced166335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7D5A7D-D253-40C7-AF88-ABB10AF834D5}">
  <ds:schemaRefs>
    <ds:schemaRef ds:uri="http://purl.org/dc/elements/1.1/"/>
    <ds:schemaRef ds:uri="d26f85f6-7fd3-42b1-8264-d52058ff62ab"/>
    <ds:schemaRef ds:uri="http://schemas.microsoft.com/office/2006/documentManagement/types"/>
    <ds:schemaRef ds:uri="http://schemas.microsoft.com/office/2006/metadata/properties"/>
    <ds:schemaRef ds:uri="bb5b20c3-8c41-432a-a35d-ccf7d19ac092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96D60D4-C2BB-4FAC-AE49-EF7D859844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0D27A8-F6F5-4CBC-838B-42F8232E3D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5b20c3-8c41-432a-a35d-ccf7d19ac092"/>
    <ds:schemaRef ds:uri="d26f85f6-7fd3-42b1-8264-d52058ff62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Stewart</dc:creator>
  <cp:lastModifiedBy>Sean Stewart</cp:lastModifiedBy>
  <cp:revision>16</cp:revision>
  <dcterms:created xsi:type="dcterms:W3CDTF">2021-05-03T08:17:46Z</dcterms:created>
  <dcterms:modified xsi:type="dcterms:W3CDTF">2025-09-11T16:43:04Z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0x010100902C49430B224E4C9E58B66BC0B10F2C</vt:lpwstr>
  </property>
  <property fmtid="{D5CDD505-2E9C-101B-9397-08002B2CF9AE}" pid="3" name="MediaServiceImageTags">
    <vt:lpwstr/>
  </property>
</Properties>
</file>